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98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79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89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6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77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14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12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39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50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461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56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97395A-2EDD-4FA8-8F45-FD5431A2254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531A7F4-EB17-4E38-B02E-ECE31F704CF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06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SQL-POWERBI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COMBINED </a:t>
            </a:r>
            <a:r>
              <a:rPr lang="en-GB" dirty="0" smtClean="0"/>
              <a:t>PROJECT</a:t>
            </a:r>
          </a:p>
          <a:p>
            <a:r>
              <a:rPr lang="en-GB" dirty="0" smtClean="0"/>
              <a:t>By-Jaskirat Singh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28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5400" b="1" u="sng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PROBLEM STATEMENT</a:t>
            </a:r>
            <a:endParaRPr lang="en-IN" sz="5400" b="1" u="sng" dirty="0">
              <a:solidFill>
                <a:srgbClr val="FF0000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200" b="1" dirty="0" smtClean="0"/>
              <a:t>KPI’s REQUIREMENT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	</a:t>
            </a:r>
            <a:r>
              <a:rPr lang="en-GB" sz="2400" dirty="0" smtClean="0"/>
              <a:t>We need to </a:t>
            </a:r>
            <a:r>
              <a:rPr lang="en-GB" sz="2400" dirty="0" err="1" smtClean="0"/>
              <a:t>analyze</a:t>
            </a:r>
            <a:r>
              <a:rPr lang="en-GB" sz="2400" dirty="0" smtClean="0"/>
              <a:t> key indicators for our pizza sales data to gain insights 	into our business performance. Specifically, we want to calculate the 	following metrics:</a:t>
            </a:r>
          </a:p>
          <a:p>
            <a:pPr marL="0" indent="0">
              <a:buNone/>
            </a:pPr>
            <a:endParaRPr lang="en-GB" sz="20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GB" sz="2000" b="1" dirty="0" smtClean="0"/>
              <a:t>Total Revenue</a:t>
            </a:r>
            <a:r>
              <a:rPr lang="en-GB" sz="2000" dirty="0" smtClean="0"/>
              <a:t>: The sum of the total price of all pizza orders.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b="1" dirty="0" smtClean="0"/>
              <a:t>Average Order Value</a:t>
            </a:r>
            <a:r>
              <a:rPr lang="en-GB" sz="2000" dirty="0" smtClean="0"/>
              <a:t>: The average amount spent per order, calculated by dividing the total revenue by the total number of orders.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b="1" dirty="0" smtClean="0"/>
              <a:t>Total Pizzas Sold</a:t>
            </a:r>
            <a:r>
              <a:rPr lang="en-GB" sz="2000" dirty="0" smtClean="0"/>
              <a:t>: The sum of the quantities of all pizzas sold.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b="1" dirty="0" smtClean="0"/>
              <a:t>Total Orders</a:t>
            </a:r>
            <a:r>
              <a:rPr lang="en-GB" sz="2000" dirty="0" smtClean="0"/>
              <a:t>: The total number of orders placed.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b="1" dirty="0" smtClean="0"/>
              <a:t>Average Pizzas Per Order</a:t>
            </a:r>
            <a:r>
              <a:rPr lang="en-GB" sz="2000" dirty="0" smtClean="0"/>
              <a:t>: The average number of pizzas sold per order, calculated by dividing the total number of pizzas sold by the total number of orders.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332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u="sng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PROBLEM STATEMENT</a:t>
            </a:r>
            <a:endParaRPr lang="en-IN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16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600" b="1" dirty="0" smtClean="0"/>
              <a:t>CHARTS REQUIREMENT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	We would like to visualize various aspects of our pizza sales data to gain </a:t>
            </a:r>
            <a:r>
              <a:rPr lang="en-GB" dirty="0" smtClean="0"/>
              <a:t>insights </a:t>
            </a:r>
            <a:r>
              <a:rPr lang="en-GB" dirty="0" smtClean="0"/>
              <a:t>and </a:t>
            </a:r>
            <a:r>
              <a:rPr lang="en-GB" dirty="0" smtClean="0"/>
              <a:t>	understand </a:t>
            </a:r>
            <a:r>
              <a:rPr lang="en-GB" dirty="0" smtClean="0"/>
              <a:t>key trends. We have identified the following </a:t>
            </a:r>
            <a:r>
              <a:rPr lang="en-GB" dirty="0" smtClean="0"/>
              <a:t>requirements </a:t>
            </a:r>
            <a:r>
              <a:rPr lang="en-GB" dirty="0" smtClean="0"/>
              <a:t>for creating charts:</a:t>
            </a:r>
          </a:p>
          <a:p>
            <a:pPr marL="0" indent="0">
              <a:buNone/>
            </a:pPr>
            <a:endParaRPr lang="en-GB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GB" b="1" dirty="0" smtClean="0"/>
              <a:t>Daily Trend for Total Orders</a:t>
            </a:r>
            <a:r>
              <a:rPr lang="en-GB" dirty="0" smtClean="0"/>
              <a:t>:</a:t>
            </a:r>
            <a:br>
              <a:rPr lang="en-GB" dirty="0" smtClean="0"/>
            </a:br>
            <a:r>
              <a:rPr lang="en-GB" dirty="0" smtClean="0"/>
              <a:t>Create a bar chart that displays the daily trend of total orders over a specific time period. This chart will help us identify any patterns or fluctuations in order volumes on a daily basis.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b="1" dirty="0" smtClean="0"/>
              <a:t>Hourly Trend for Total Orders</a:t>
            </a:r>
            <a:r>
              <a:rPr lang="en-GB" dirty="0" smtClean="0"/>
              <a:t>:</a:t>
            </a:r>
            <a:br>
              <a:rPr lang="en-GB" dirty="0" smtClean="0"/>
            </a:br>
            <a:r>
              <a:rPr lang="en-GB" dirty="0" smtClean="0"/>
              <a:t>Create a line chart that illustrates the hourly trend of total orders throughout the day. This chart will allow us to identify peak hours or periods of high order activity.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b="1" dirty="0" smtClean="0"/>
              <a:t>Percentage of Sales by Pizza Category</a:t>
            </a:r>
            <a:r>
              <a:rPr lang="en-GB" dirty="0" smtClean="0"/>
              <a:t>:</a:t>
            </a:r>
            <a:br>
              <a:rPr lang="en-GB" dirty="0" smtClean="0"/>
            </a:br>
            <a:r>
              <a:rPr lang="en-GB" dirty="0" smtClean="0"/>
              <a:t>Create a pie chart that shows the distribution of sales across different pizza categories. This chart will provide insights into the popularity of various pizza categories and their contribution to overall sales</a:t>
            </a:r>
            <a:r>
              <a:rPr lang="en-GB" dirty="0" smtClean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b="1" dirty="0" smtClean="0"/>
              <a:t>Percentage of Sales by Pizza Size:</a:t>
            </a:r>
          </a:p>
          <a:p>
            <a:pPr marL="457200" lvl="1" indent="0">
              <a:buNone/>
            </a:pPr>
            <a:r>
              <a:rPr lang="en-GB" dirty="0" smtClean="0"/>
              <a:t>	Create </a:t>
            </a:r>
            <a:r>
              <a:rPr lang="en-GB" dirty="0"/>
              <a:t>a pie chart that shows the distribution of sales across different pizza </a:t>
            </a:r>
            <a:r>
              <a:rPr lang="en-GB" dirty="0" smtClean="0"/>
              <a:t>size. </a:t>
            </a:r>
            <a:r>
              <a:rPr lang="en-GB" dirty="0"/>
              <a:t>This </a:t>
            </a:r>
            <a:r>
              <a:rPr lang="en-GB" dirty="0" smtClean="0"/>
              <a:t>chart </a:t>
            </a:r>
            <a:r>
              <a:rPr lang="en-GB" dirty="0"/>
              <a:t>will </a:t>
            </a:r>
            <a:r>
              <a:rPr lang="en-GB" dirty="0" smtClean="0"/>
              <a:t>	provide </a:t>
            </a:r>
            <a:r>
              <a:rPr lang="en-GB" dirty="0"/>
              <a:t>insights into the popularity of various pizza </a:t>
            </a:r>
            <a:r>
              <a:rPr lang="en-GB" dirty="0" smtClean="0"/>
              <a:t>sizes </a:t>
            </a:r>
            <a:r>
              <a:rPr lang="en-GB" dirty="0"/>
              <a:t>and their contribution </a:t>
            </a:r>
            <a:r>
              <a:rPr lang="en-GB" dirty="0" smtClean="0"/>
              <a:t>to overall </a:t>
            </a:r>
            <a:r>
              <a:rPr lang="en-GB" dirty="0"/>
              <a:t>sales.</a:t>
            </a:r>
          </a:p>
          <a:p>
            <a:pPr marL="971550" lvl="1" indent="-514350">
              <a:buFont typeface="+mj-lt"/>
              <a:buAutoNum type="arabicPeriod"/>
            </a:pPr>
            <a:endParaRPr lang="en-GB" b="1" dirty="0" smtClean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74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u="sng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5. Total Pizzas Sold by Pizza Category: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Create a funnel chart that presents the total number of pizzas sold for each pizza category. This chart will allow us to compare the sales performance of different pizza categories.</a:t>
            </a:r>
          </a:p>
          <a:p>
            <a:r>
              <a:rPr lang="en-GB" b="1" dirty="0" smtClean="0"/>
              <a:t>6. Top 5 Best Sellers by Total Pizzas Sold: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Create a bar chart highlighting the top 5 best-selling pizzas based on the total number of pizzas sold. This chart will help us identify the most popular pizza options.</a:t>
            </a:r>
          </a:p>
          <a:p>
            <a:r>
              <a:rPr lang="en-GB" b="1" dirty="0" smtClean="0"/>
              <a:t>7. Bottom 5 Worst Sellers by Total Pizzas Sold: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Create a bar chart showcasing the bottom 5 worst-selling pizzas based on the total number of pizzas sold. This chart will enable us to identify underperforming or less popular pizza options.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34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331</TotalTime>
  <Words>24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Adobe Gothic Std B</vt:lpstr>
      <vt:lpstr>Calibri</vt:lpstr>
      <vt:lpstr>Calibri Light</vt:lpstr>
      <vt:lpstr>Retrospect</vt:lpstr>
      <vt:lpstr>SQL-POWERBI </vt:lpstr>
      <vt:lpstr>PROBLEM STATEMENT</vt:lpstr>
      <vt:lpstr>PROBLEM STATEMENT</vt:lpstr>
      <vt:lpstr>PROBLEM STATEMENT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SQL-POWERBI</dc:title>
  <dc:creator>Microsoft account</dc:creator>
  <cp:lastModifiedBy>Microsoft account</cp:lastModifiedBy>
  <cp:revision>5</cp:revision>
  <dcterms:created xsi:type="dcterms:W3CDTF">2025-07-01T07:13:34Z</dcterms:created>
  <dcterms:modified xsi:type="dcterms:W3CDTF">2025-07-02T15:33:24Z</dcterms:modified>
</cp:coreProperties>
</file>